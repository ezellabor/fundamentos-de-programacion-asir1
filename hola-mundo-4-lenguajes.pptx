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4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FB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LA PROGRAMACIÓN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828800"/>
            <a:ext cx="9144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“Hola, mundo”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4 lenguajes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886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mensaje, escrito de cuatro formas distintas: Java, Python, Bash y PowerShell.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572000"/>
            <a:ext cx="2560320" cy="0"/>
          </a:xfrm>
          <a:prstGeom prst="line">
            <a:avLst/>
          </a:prstGeom>
          <a:noFill/>
          <a:ln w="25400">
            <a:solidFill>
              <a:srgbClr val="7FB3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539496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7FB3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3949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26080" y="539496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6FA8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26080" y="53949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0" y="539496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7ED9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53949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32320" y="539496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5B8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0" y="53949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E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COMPILADO · ORIENTADO A OBJETOS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4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4023360"/>
          </a:xfrm>
          <a:prstGeom prst="roundRect">
            <a:avLst>
              <a:gd name="adj" fmla="val 2273"/>
            </a:avLst>
          </a:prstGeom>
          <a:solidFill>
            <a:srgbClr val="1E3338"/>
          </a:solidFill>
          <a:ln w="12700">
            <a:solidFill>
              <a:srgbClr val="3A2A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2121408"/>
            <a:ext cx="146304" cy="146304"/>
          </a:xfrm>
          <a:prstGeom prst="ellipse">
            <a:avLst/>
          </a:prstGeom>
          <a:solidFill>
            <a:srgbClr val="F3A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2121408"/>
            <a:ext cx="146304" cy="146304"/>
          </a:xfrm>
          <a:prstGeom prst="ellipse">
            <a:avLst/>
          </a:prstGeom>
          <a:solidFill>
            <a:srgbClr val="F5E3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2121408"/>
            <a:ext cx="146304" cy="146304"/>
          </a:xfrm>
          <a:prstGeom prst="ellipse">
            <a:avLst/>
          </a:prstGeom>
          <a:solidFill>
            <a:srgbClr val="A8E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514600"/>
            <a:ext cx="103327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7FB3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</a:t>
            </a:r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EA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HolaMundo {</a:t>
            </a:r>
            <a:pPr indent="0" marL="0">
              <a:lnSpc>
                <a:spcPct val="140000"/>
              </a:lnSpc>
              <a:buNone/>
            </a:pPr>
            <a:endParaRPr lang="en-US" sz="2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EA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7FB3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void</a:t>
            </a:r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EA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</a:t>
            </a:r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7FB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EA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args) {</a:t>
            </a:r>
            <a:pPr indent="0" marL="0">
              <a:lnSpc>
                <a:spcPct val="140000"/>
              </a:lnSpc>
              <a:buNone/>
            </a:pPr>
            <a:endParaRPr lang="en-US" sz="2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EA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</a:t>
            </a:r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7E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"Hola, mundo!"</a:t>
            </a:r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EA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40000"/>
              </a:lnSpc>
              <a:buNone/>
            </a:pPr>
            <a:endParaRPr lang="en-US" sz="2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EA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pPr indent="0" marL="0">
              <a:lnSpc>
                <a:spcPct val="140000"/>
              </a:lnSpc>
              <a:buNone/>
            </a:pPr>
            <a:endParaRPr lang="en-US" sz="2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EA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40000"/>
              </a:lnSpc>
              <a:buNone/>
            </a:pP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9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E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INTERPRETADO · SINTAXIS MINIMALISTA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4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4023360"/>
          </a:xfrm>
          <a:prstGeom prst="roundRect">
            <a:avLst>
              <a:gd name="adj" fmla="val 2273"/>
            </a:avLst>
          </a:prstGeom>
          <a:solidFill>
            <a:srgbClr val="1E3338"/>
          </a:solidFill>
          <a:ln w="12700">
            <a:solidFill>
              <a:srgbClr val="3A2A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2121408"/>
            <a:ext cx="146304" cy="146304"/>
          </a:xfrm>
          <a:prstGeom prst="ellipse">
            <a:avLst/>
          </a:prstGeom>
          <a:solidFill>
            <a:srgbClr val="F3A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2121408"/>
            <a:ext cx="146304" cy="146304"/>
          </a:xfrm>
          <a:prstGeom prst="ellipse">
            <a:avLst/>
          </a:prstGeom>
          <a:solidFill>
            <a:srgbClr val="F5E3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2121408"/>
            <a:ext cx="146304" cy="146304"/>
          </a:xfrm>
          <a:prstGeom prst="ellipse">
            <a:avLst/>
          </a:prstGeom>
          <a:solidFill>
            <a:srgbClr val="A8E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514600"/>
            <a:ext cx="103327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EA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pPr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7E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"Hola, mundo!"</a:t>
            </a:r>
            <a:pPr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EA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40000"/>
              </a:lnSpc>
              <a:buNone/>
            </a:pP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9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E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DE LINUX/MACOS · SCRIPTS DE CONSOLA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4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4023360"/>
          </a:xfrm>
          <a:prstGeom prst="roundRect">
            <a:avLst>
              <a:gd name="adj" fmla="val 2273"/>
            </a:avLst>
          </a:prstGeom>
          <a:solidFill>
            <a:srgbClr val="1E3338"/>
          </a:solidFill>
          <a:ln w="12700">
            <a:solidFill>
              <a:srgbClr val="3A2A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2121408"/>
            <a:ext cx="146304" cy="146304"/>
          </a:xfrm>
          <a:prstGeom prst="ellipse">
            <a:avLst/>
          </a:prstGeom>
          <a:solidFill>
            <a:srgbClr val="F3A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2121408"/>
            <a:ext cx="146304" cy="146304"/>
          </a:xfrm>
          <a:prstGeom prst="ellipse">
            <a:avLst/>
          </a:prstGeom>
          <a:solidFill>
            <a:srgbClr val="F5E3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2121408"/>
            <a:ext cx="146304" cy="146304"/>
          </a:xfrm>
          <a:prstGeom prst="ellipse">
            <a:avLst/>
          </a:prstGeom>
          <a:solidFill>
            <a:srgbClr val="A8E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514600"/>
            <a:ext cx="103327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EA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pPr indent="0" marL="0">
              <a:lnSpc>
                <a:spcPct val="140000"/>
              </a:lnSpc>
              <a:buNone/>
            </a:pPr>
            <a:endParaRPr lang="en-US" sz="2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7FB3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EA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7E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"Hola, mundo!"</a:t>
            </a:r>
            <a:pPr indent="0" marL="0">
              <a:lnSpc>
                <a:spcPct val="140000"/>
              </a:lnSpc>
              <a:buNone/>
            </a:pP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9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E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DE WINDOWS · SCRIPTS DE ADMINISTRACIÓN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4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PowerShell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4023360"/>
          </a:xfrm>
          <a:prstGeom prst="roundRect">
            <a:avLst>
              <a:gd name="adj" fmla="val 2273"/>
            </a:avLst>
          </a:prstGeom>
          <a:solidFill>
            <a:srgbClr val="1E3338"/>
          </a:solidFill>
          <a:ln w="12700">
            <a:solidFill>
              <a:srgbClr val="3A2A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2121408"/>
            <a:ext cx="146304" cy="146304"/>
          </a:xfrm>
          <a:prstGeom prst="ellipse">
            <a:avLst/>
          </a:prstGeom>
          <a:solidFill>
            <a:srgbClr val="F3A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2121408"/>
            <a:ext cx="146304" cy="146304"/>
          </a:xfrm>
          <a:prstGeom prst="ellipse">
            <a:avLst/>
          </a:prstGeom>
          <a:solidFill>
            <a:srgbClr val="F5E3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2121408"/>
            <a:ext cx="146304" cy="146304"/>
          </a:xfrm>
          <a:prstGeom prst="ellipse">
            <a:avLst/>
          </a:prstGeom>
          <a:solidFill>
            <a:srgbClr val="A8E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514600"/>
            <a:ext cx="103327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7FB3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Write-Host</a:t>
            </a:r>
            <a:pPr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EA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7E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"Hola, mundo!"</a:t>
            </a:r>
            <a:pPr indent="0" marL="0">
              <a:lnSpc>
                <a:spcPct val="140000"/>
              </a:lnSpc>
              <a:buNone/>
            </a:pP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94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64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FB3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MISMA IDEA, CUATRO SINTAXIS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Mismo objetivo, distinto camino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7FB3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57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212140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D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que compilar antes de ejecutar; todo vive dentro de una clase.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7FB3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017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30815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D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directamente; una sola línea basta.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7FB3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977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404164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D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Pensado para automatizar tareas en sistemas Linux/macOS.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7FB3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9377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500176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D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Equivalente de Bash en Windows, con comandos más descriptivos.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2026-10-01T11:11:52Z</dcterms:created>
  <dcterms:modified xsi:type="dcterms:W3CDTF">2026-10-01T11:11:52Z</dcterms:modified>
</cp:coreProperties>
</file>